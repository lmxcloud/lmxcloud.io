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1.pn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2344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LMX Cloud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Update — September 2026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built, what's in progress, and where it's headed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lmxcloud.io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infrastructure for developers and autonomous agents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OpenAI-compatible API that routes inference requests across decentralized compute networks instead of one cloud provider — same request format developers already use, with automatic failover if a provider is degraded.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6" name="Image 0" descr="img/icons/cpu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4107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3255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Multi-network routing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35478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io.net, Akash, and Aethir Mesh behind one API, with health-aware fallback.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10" name="Image 1" descr="img/icons/wallet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43708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42153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Wallet-native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45079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and fund with USDC on Base — no card, no corporate account required.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14" name="Image 2" descr="img/icons/use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33095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51755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agents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188720" y="54681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can pay per call with a wallet and no prior relationship.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126480" y="173736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26480" y="1737360"/>
            <a:ext cx="5486400" cy="292608"/>
          </a:xfrm>
          <a:prstGeom prst="roundRect">
            <a:avLst>
              <a:gd name="adj" fmla="val 28125"/>
            </a:avLst>
          </a:prstGeom>
          <a:solidFill>
            <a:srgbClr val="1B2230"/>
          </a:solidFill>
          <a:ln/>
        </p:spPr>
      </p:sp>
      <p:sp>
        <p:nvSpPr>
          <p:cNvPr id="19" name="Shape 14"/>
          <p:cNvSpPr/>
          <p:nvPr/>
        </p:nvSpPr>
        <p:spPr>
          <a:xfrm>
            <a:off x="6126480" y="1947672"/>
            <a:ext cx="548640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20" name="Shape 15"/>
          <p:cNvSpPr/>
          <p:nvPr/>
        </p:nvSpPr>
        <p:spPr>
          <a:xfrm>
            <a:off x="6272784" y="1842516"/>
            <a:ext cx="82296" cy="82296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1" name="Shape 16"/>
          <p:cNvSpPr/>
          <p:nvPr/>
        </p:nvSpPr>
        <p:spPr>
          <a:xfrm>
            <a:off x="6455664" y="184251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17"/>
          <p:cNvSpPr/>
          <p:nvPr/>
        </p:nvSpPr>
        <p:spPr>
          <a:xfrm>
            <a:off x="6638544" y="1842516"/>
            <a:ext cx="82296" cy="82296"/>
          </a:xfrm>
          <a:prstGeom prst="ellipse">
            <a:avLst/>
          </a:prstGeom>
          <a:solidFill>
            <a:srgbClr val="28C93F"/>
          </a:solidFill>
          <a:ln/>
        </p:spPr>
      </p:sp>
      <p:pic>
        <p:nvPicPr>
          <p:cNvPr id="23" name="Image 3" descr="img/hero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26480" y="2029968"/>
            <a:ext cx="5486400" cy="41422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 CLOUD  ·  BUILD UPDATE  ·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5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AT A GLANCE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phases, one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48840"/>
            <a:ext cx="502920" cy="50292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6" name="Image 0" descr="img/icons/check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143" y="2279599"/>
            <a:ext cx="241402" cy="241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6384" y="2834640"/>
            <a:ext cx="2176272" cy="292608"/>
          </a:xfrm>
          <a:prstGeom prst="roundRect">
            <a:avLst>
              <a:gd name="adj" fmla="val 50000"/>
            </a:avLst>
          </a:prstGeom>
          <a:solidFill>
            <a:srgbClr val="17323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6384" y="28346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32918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86384" y="353872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86384" y="4206240"/>
            <a:ext cx="21762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security hardening, wallet identity, on-chain receipts, x402 payment plumbing.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56432" y="187452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94176" y="2148840"/>
            <a:ext cx="502920" cy="50292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14" name="Image 1" descr="img/icons/chec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935" y="2279599"/>
            <a:ext cx="241402" cy="24140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694176" y="2834640"/>
            <a:ext cx="2176272" cy="292608"/>
          </a:xfrm>
          <a:prstGeom prst="roundRect">
            <a:avLst>
              <a:gd name="adj" fmla="val 50000"/>
            </a:avLst>
          </a:prstGeom>
          <a:solidFill>
            <a:srgbClr val="17323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694176" y="28346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694176" y="32918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3694176" y="353872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3694176" y="4206240"/>
            <a:ext cx="21762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Findable &amp; payable by autonomous agents — Bazaar, MCP registry, ElizaOS plugin.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364224" y="187452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01968" y="2148840"/>
            <a:ext cx="502920" cy="502920"/>
          </a:xfrm>
          <a:prstGeom prst="ellipse">
            <a:avLst/>
          </a:prstGeom>
          <a:solidFill>
            <a:srgbClr val="232A57"/>
          </a:solidFill>
          <a:ln/>
        </p:spPr>
      </p:sp>
      <p:pic>
        <p:nvPicPr>
          <p:cNvPr id="22" name="Image 2" descr="img/icons/tool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727" y="2279599"/>
            <a:ext cx="241402" cy="24140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601968" y="2834640"/>
            <a:ext cx="2176272" cy="292608"/>
          </a:xfrm>
          <a:prstGeom prst="roundRect">
            <a:avLst>
              <a:gd name="adj" fmla="val 50000"/>
            </a:avLst>
          </a:prstGeom>
          <a:solidFill>
            <a:srgbClr val="232A57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601968" y="28346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F5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6601968" y="32918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6601968" y="353872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Settlement + Proof Platform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6601968" y="4206240"/>
            <a:ext cx="21762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 Grid: agent memory (Vault), the open agent framework, callable function registry.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272016" y="187452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509760" y="2148840"/>
            <a:ext cx="502920" cy="502920"/>
          </a:xfrm>
          <a:prstGeom prst="ellipse">
            <a:avLst/>
          </a:prstGeom>
          <a:solidFill>
            <a:srgbClr val="1B2230"/>
          </a:solidFill>
          <a:ln/>
        </p:spPr>
      </p:sp>
      <p:pic>
        <p:nvPicPr>
          <p:cNvPr id="30" name="Image 3" descr="img/icons/compass_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519" y="2279599"/>
            <a:ext cx="241402" cy="24140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9509760" y="2834640"/>
            <a:ext cx="2176272" cy="29260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9509760" y="28346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9509760" y="32918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9509760" y="353872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Stack</a:t>
            </a:r>
            <a:endParaRPr lang="en-US" sz="1700" dirty="0"/>
          </a:p>
        </p:txBody>
      </p:sp>
      <p:sp>
        <p:nvSpPr>
          <p:cNvPr id="35" name="Text 29"/>
          <p:cNvSpPr txBox="1"/>
          <p:nvPr/>
        </p:nvSpPr>
        <p:spPr>
          <a:xfrm>
            <a:off x="9509760" y="4206240"/>
            <a:ext cx="21762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coordination protocol and native DePIN compute supply — the long-term ambition.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 CLOUD  ·  BUILD UPDATE  ·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3238"/>
          </a:solidFill>
          <a:ln/>
        </p:spPr>
      </p:sp>
      <p:pic>
        <p:nvPicPr>
          <p:cNvPr id="3" name="Image 0" descr="img/icons/check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43891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4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241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inference router, live and measured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D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2402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provider networks — io.net, Akash, Aethir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44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D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31363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available through one OpenAI-compatible API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4106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D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1965960" y="403250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completions, real SSE, not simulated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882896"/>
            <a:ext cx="457200" cy="45720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13" name="Image 1" descr="img/icons/shield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01768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4846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routing + circuit breaker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188720" y="5138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6h real + synthetic success weighting; providers that crater get circuit-broken automatically.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26480" y="173736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737360"/>
            <a:ext cx="5486400" cy="292608"/>
          </a:xfrm>
          <a:prstGeom prst="roundRect">
            <a:avLst>
              <a:gd name="adj" fmla="val 28125"/>
            </a:avLst>
          </a:prstGeom>
          <a:solidFill>
            <a:srgbClr val="1B2230"/>
          </a:solidFill>
          <a:ln/>
        </p:spPr>
      </p:sp>
      <p:sp>
        <p:nvSpPr>
          <p:cNvPr id="18" name="Shape 14"/>
          <p:cNvSpPr/>
          <p:nvPr/>
        </p:nvSpPr>
        <p:spPr>
          <a:xfrm>
            <a:off x="6126480" y="1947672"/>
            <a:ext cx="548640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19" name="Shape 15"/>
          <p:cNvSpPr/>
          <p:nvPr/>
        </p:nvSpPr>
        <p:spPr>
          <a:xfrm>
            <a:off x="6272784" y="1842516"/>
            <a:ext cx="82296" cy="82296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0" name="Shape 16"/>
          <p:cNvSpPr/>
          <p:nvPr/>
        </p:nvSpPr>
        <p:spPr>
          <a:xfrm>
            <a:off x="6455664" y="184251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7"/>
          <p:cNvSpPr/>
          <p:nvPr/>
        </p:nvSpPr>
        <p:spPr>
          <a:xfrm>
            <a:off x="6638544" y="1842516"/>
            <a:ext cx="82296" cy="82296"/>
          </a:xfrm>
          <a:prstGeom prst="ellipse">
            <a:avLst/>
          </a:prstGeom>
          <a:solidFill>
            <a:srgbClr val="28C93F"/>
          </a:solidFill>
          <a:ln/>
        </p:spPr>
      </p:sp>
      <p:pic>
        <p:nvPicPr>
          <p:cNvPr id="22" name="Image 2" descr="img/statu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2029968"/>
            <a:ext cx="5486400" cy="414223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 CLOUD  ·  BUILD UPDATE  ·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3238"/>
          </a:solidFill>
          <a:ln/>
        </p:spPr>
      </p:sp>
      <p:pic>
        <p:nvPicPr>
          <p:cNvPr id="3" name="Image 0" descr="img/icons/check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43891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4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241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and identity built for wallets, not just cards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7" name="Image 1" descr="img/icons/wallet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2677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112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sign-in + USDC funding on Base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24048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SIWE sign-in, on-chain USDC deposits auto-credit a balance — no card required.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11" name="Image 2" descr="img/icons/shiel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31927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1638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on-chain receipts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88720" y="3456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gets a Merkle-anchored receipt — provable proof it happened as billed.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15" name="Image 3" descr="img/icons/link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37083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42153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pay-per-call via x402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188720" y="45079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with a wallet and no account can pay for a single request and get routed inference back.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126480" y="173736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126480" y="1737360"/>
            <a:ext cx="5486400" cy="292608"/>
          </a:xfrm>
          <a:prstGeom prst="roundRect">
            <a:avLst>
              <a:gd name="adj" fmla="val 28125"/>
            </a:avLst>
          </a:prstGeom>
          <a:solidFill>
            <a:srgbClr val="1B2230"/>
          </a:solidFill>
          <a:ln/>
        </p:spPr>
      </p:sp>
      <p:sp>
        <p:nvSpPr>
          <p:cNvPr id="20" name="Shape 14"/>
          <p:cNvSpPr/>
          <p:nvPr/>
        </p:nvSpPr>
        <p:spPr>
          <a:xfrm>
            <a:off x="6126480" y="1947672"/>
            <a:ext cx="548640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21" name="Shape 15"/>
          <p:cNvSpPr/>
          <p:nvPr/>
        </p:nvSpPr>
        <p:spPr>
          <a:xfrm>
            <a:off x="6272784" y="1842516"/>
            <a:ext cx="82296" cy="82296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2" name="Shape 16"/>
          <p:cNvSpPr/>
          <p:nvPr/>
        </p:nvSpPr>
        <p:spPr>
          <a:xfrm>
            <a:off x="6455664" y="184251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17"/>
          <p:cNvSpPr/>
          <p:nvPr/>
        </p:nvSpPr>
        <p:spPr>
          <a:xfrm>
            <a:off x="6638544" y="1842516"/>
            <a:ext cx="82296" cy="82296"/>
          </a:xfrm>
          <a:prstGeom prst="ellipse">
            <a:avLst/>
          </a:prstGeom>
          <a:solidFill>
            <a:srgbClr val="28C93F"/>
          </a:solidFill>
          <a:ln/>
        </p:spPr>
      </p:sp>
      <p:pic>
        <p:nvPicPr>
          <p:cNvPr id="24" name="Image 4" descr="img/docs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26480" y="2029968"/>
            <a:ext cx="5486400" cy="41422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 CLOUD  ·  BUILD UPDATE  ·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3238"/>
          </a:solidFill>
          <a:ln/>
        </p:spPr>
      </p:sp>
      <p:pic>
        <p:nvPicPr>
          <p:cNvPr id="3" name="Image 0" descr="img/icons/check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43891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4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241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Findable and payable by autonomous agents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shipped all three channels an agent actually uses to discover and pay for a service — no human in the loop.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9" name="Image 1" descr="img/icons/glob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284012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3429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x402 Bazaar + Agentic.Market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0690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 Coinbase's discovery layer for x402-paid services — protocol-level, framework-agnostic.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51960" y="23774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26280" y="2697480"/>
            <a:ext cx="548640" cy="54864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14" name="Image 2" descr="img/icons/link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926" y="28401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26280" y="3429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50" dirty="0"/>
          </a:p>
        </p:txBody>
      </p:sp>
      <p:sp>
        <p:nvSpPr>
          <p:cNvPr id="16" name="Text 11"/>
          <p:cNvSpPr txBox="1"/>
          <p:nvPr/>
        </p:nvSpPr>
        <p:spPr>
          <a:xfrm>
            <a:off x="4526280" y="40690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the official Model Context Protocol registry — reachable by Claude, ChatGPT agents, and more.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955280" y="23774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29600" y="2697480"/>
            <a:ext cx="548640" cy="54864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19" name="Image 3" descr="img/icons/users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246" y="2840126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0" y="3429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ElizaOS plugin</a:t>
            </a:r>
            <a:endParaRPr lang="en-US" sz="1650" dirty="0"/>
          </a:p>
        </p:txBody>
      </p:sp>
      <p:sp>
        <p:nvSpPr>
          <p:cNvPr id="21" name="Text 15"/>
          <p:cNvSpPr txBox="1"/>
          <p:nvPr/>
        </p:nvSpPr>
        <p:spPr>
          <a:xfrm>
            <a:off x="8229600" y="40690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npm as a wallet-funded model provider; community registry PR open for review.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 CLOUD  ·  BUILD UPDATE  ·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3238"/>
          </a:solidFill>
          <a:ln/>
        </p:spPr>
      </p:sp>
      <p:pic>
        <p:nvPicPr>
          <p:cNvPr id="3" name="Image 0" descr="img/icons/check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43891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4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241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agent gets its own memory — self-hosted, not ours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7" name="Image 1" descr="img/icons/databas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2677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112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notes, structured metadata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24048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vault is markdown + YAML frontmatter — queryable fields, prose, and linked context.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11" name="Image 2" descr="img/icons/shiel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31927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1638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by the operator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88720" y="3456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agent operator's own infrastructure. LMX never stores the content — only a manifest pointer.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15" name="Image 3" descr="img/icons/check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37083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42153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 to end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188720" y="45079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 GET round-trip is byte-identical; zero-config SQLite default makes it a one-command start.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126480" y="173736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126480" y="1737360"/>
            <a:ext cx="5486400" cy="292608"/>
          </a:xfrm>
          <a:prstGeom prst="roundRect">
            <a:avLst>
              <a:gd name="adj" fmla="val 28125"/>
            </a:avLst>
          </a:prstGeom>
          <a:solidFill>
            <a:srgbClr val="1B2230"/>
          </a:solidFill>
          <a:ln/>
        </p:spPr>
      </p:sp>
      <p:sp>
        <p:nvSpPr>
          <p:cNvPr id="20" name="Shape 14"/>
          <p:cNvSpPr/>
          <p:nvPr/>
        </p:nvSpPr>
        <p:spPr>
          <a:xfrm>
            <a:off x="6126480" y="1947672"/>
            <a:ext cx="548640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21" name="Shape 15"/>
          <p:cNvSpPr/>
          <p:nvPr/>
        </p:nvSpPr>
        <p:spPr>
          <a:xfrm>
            <a:off x="6272784" y="1842516"/>
            <a:ext cx="82296" cy="82296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2" name="Shape 16"/>
          <p:cNvSpPr/>
          <p:nvPr/>
        </p:nvSpPr>
        <p:spPr>
          <a:xfrm>
            <a:off x="6455664" y="1842516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17"/>
          <p:cNvSpPr/>
          <p:nvPr/>
        </p:nvSpPr>
        <p:spPr>
          <a:xfrm>
            <a:off x="6638544" y="1842516"/>
            <a:ext cx="82296" cy="82296"/>
          </a:xfrm>
          <a:prstGeom prst="ellipse">
            <a:avLst/>
          </a:prstGeom>
          <a:solidFill>
            <a:srgbClr val="28C93F"/>
          </a:solidFill>
          <a:ln/>
        </p:spPr>
      </p:sp>
      <p:pic>
        <p:nvPicPr>
          <p:cNvPr id="24" name="Image 4" descr="img/vault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26480" y="2029968"/>
            <a:ext cx="5486400" cy="41422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 CLOUD  ·  BUILD UPDATE  ·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32A57"/>
          </a:solidFill>
          <a:ln/>
        </p:spPr>
      </p:sp>
      <p:pic>
        <p:nvPicPr>
          <p:cNvPr id="3" name="Image 0" descr="img/icons/tool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43891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4F5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241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open framework, and the first real agent built on it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lmx-agent-template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762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gets a wallet, memory, and a connection to the router — out of the box, zero setup.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9" name="Image 1" descr="img/icons/chec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92" y="288877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78992" y="2761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run verified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078992" y="3017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dev “&lt;question&gt;” mints a demo identity and derives a stable vault namespace automatically.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13" name="Image 2" descr="img/icons/check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3784884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78992" y="3657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→ reason → remember proven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1078992" y="39136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run reused the cached identity and correctly recalled the first run's note.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4581144"/>
            <a:ext cx="384048" cy="384048"/>
          </a:xfrm>
          <a:prstGeom prst="ellipse">
            <a:avLst/>
          </a:prstGeom>
          <a:solidFill>
            <a:srgbClr val="232A57"/>
          </a:solidFill>
          <a:ln/>
        </p:spPr>
      </p:sp>
      <p:pic>
        <p:nvPicPr>
          <p:cNvPr id="17" name="Image 3" descr="img/icons/too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92" y="4680996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78992" y="4553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Wallet-paid x402 signing — finishing now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1078992" y="48097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is wired; exercising it with a real signed payment is the last piece going in.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309360" y="1828800"/>
            <a:ext cx="5303520" cy="4343400"/>
          </a:xfrm>
          <a:prstGeom prst="roundRect">
            <a:avLst>
              <a:gd name="adj" fmla="val 2526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629400" y="2103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agent: @LMXCloudio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6629400" y="24505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LMX's own marketing account, run by an agent built on the template — real dogfooding, real Grid traffic.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629400" y="3154680"/>
            <a:ext cx="457200" cy="457200"/>
          </a:xfrm>
          <a:prstGeom prst="ellipse">
            <a:avLst/>
          </a:prstGeom>
          <a:solidFill>
            <a:srgbClr val="232A57"/>
          </a:solidFill>
          <a:ln/>
        </p:spPr>
      </p:sp>
      <p:pic>
        <p:nvPicPr>
          <p:cNvPr id="24" name="Image 4" descr="img/icons/send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3273552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23760" y="3136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Draft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7223760" y="3392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generator.write_copy via the router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629400" y="3867912"/>
            <a:ext cx="457200" cy="457200"/>
          </a:xfrm>
          <a:prstGeom prst="ellipse">
            <a:avLst/>
          </a:prstGeom>
          <a:solidFill>
            <a:srgbClr val="232A57"/>
          </a:solidFill>
          <a:ln/>
        </p:spPr>
      </p:sp>
      <p:pic>
        <p:nvPicPr>
          <p:cNvPr id="28" name="Image 5" descr="img/icons/arrowright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3986784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223760" y="38496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Publish</a:t>
            </a:r>
            <a:endParaRPr lang="en-US" sz="1250" dirty="0"/>
          </a:p>
        </p:txBody>
      </p:sp>
      <p:sp>
        <p:nvSpPr>
          <p:cNvPr id="30" name="Text 22"/>
          <p:cNvSpPr txBox="1"/>
          <p:nvPr/>
        </p:nvSpPr>
        <p:spPr>
          <a:xfrm>
            <a:off x="7223760" y="4105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live to X through lmx-tool-publish-x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629400" y="4581144"/>
            <a:ext cx="457200" cy="457200"/>
          </a:xfrm>
          <a:prstGeom prst="ellipse">
            <a:avLst/>
          </a:prstGeom>
          <a:solidFill>
            <a:srgbClr val="232A57"/>
          </a:solidFill>
          <a:ln/>
        </p:spPr>
      </p:sp>
      <p:pic>
        <p:nvPicPr>
          <p:cNvPr id="32" name="Image 6" descr="img/icons/trending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8272" y="4700016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223760" y="4562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Collect</a:t>
            </a:r>
            <a:endParaRPr lang="en-US" sz="1250" dirty="0"/>
          </a:p>
        </p:txBody>
      </p:sp>
      <p:sp>
        <p:nvSpPr>
          <p:cNvPr id="34" name="Text 25"/>
          <p:cNvSpPr txBox="1"/>
          <p:nvPr/>
        </p:nvSpPr>
        <p:spPr>
          <a:xfrm>
            <a:off x="7223760" y="4818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engagement back via analytics tool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6629400" y="5294376"/>
            <a:ext cx="457200" cy="457200"/>
          </a:xfrm>
          <a:prstGeom prst="ellipse">
            <a:avLst/>
          </a:prstGeom>
          <a:solidFill>
            <a:srgbClr val="232A57"/>
          </a:solidFill>
          <a:ln/>
        </p:spPr>
      </p:sp>
      <p:pic>
        <p:nvPicPr>
          <p:cNvPr id="36" name="Image 7" descr="img/icons/database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8272" y="5413248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223760" y="5276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Remember</a:t>
            </a:r>
            <a:endParaRPr lang="en-US" sz="1250" dirty="0"/>
          </a:p>
        </p:txBody>
      </p:sp>
      <p:sp>
        <p:nvSpPr>
          <p:cNvPr id="38" name="Text 28"/>
          <p:cNvSpPr txBox="1"/>
          <p:nvPr/>
        </p:nvSpPr>
        <p:spPr>
          <a:xfrm>
            <a:off x="7223760" y="5532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note to its own vault</a:t>
            </a:r>
            <a:endParaRPr lang="en-US" sz="1050" dirty="0"/>
          </a:p>
        </p:txBody>
      </p:sp>
      <p:sp>
        <p:nvSpPr>
          <p:cNvPr id="39" name="Text 2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 CLOUD  ·  BUILD UPDATE  ·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32A57"/>
          </a:solidFill>
          <a:ln/>
        </p:spPr>
      </p:sp>
      <p:pic>
        <p:nvPicPr>
          <p:cNvPr id="3" name="Image 0" descr="img/icons/tool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43891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4F5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241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router in front of real users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Demand-seeding runs daily, in parallel with the build — warm outreach, community posting, and starter credits for anyone who wants to try it.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926080"/>
            <a:ext cx="548640" cy="548640"/>
          </a:xfrm>
          <a:prstGeom prst="ellipse">
            <a:avLst/>
          </a:prstGeom>
          <a:solidFill>
            <a:srgbClr val="232A57"/>
          </a:solidFill>
          <a:ln/>
        </p:spPr>
      </p:sp>
      <p:pic>
        <p:nvPicPr>
          <p:cNvPr id="9" name="Image 1" descr="img/icons/send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306872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3657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+ cold outreach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2062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 to builders who need wallet-native, machine-payable compute.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51960" y="26060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26280" y="2926080"/>
            <a:ext cx="548640" cy="548640"/>
          </a:xfrm>
          <a:prstGeom prst="ellipse">
            <a:avLst/>
          </a:prstGeom>
          <a:solidFill>
            <a:srgbClr val="232A57"/>
          </a:solidFill>
          <a:ln/>
        </p:spPr>
      </p:sp>
      <p:pic>
        <p:nvPicPr>
          <p:cNvPr id="14" name="Image 2" descr="img/icons/users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926" y="3068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26280" y="3657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communities</a:t>
            </a:r>
            <a:endParaRPr lang="en-US" sz="1650" dirty="0"/>
          </a:p>
        </p:txBody>
      </p:sp>
      <p:sp>
        <p:nvSpPr>
          <p:cNvPr id="16" name="Text 11"/>
          <p:cNvSpPr txBox="1"/>
          <p:nvPr/>
        </p:nvSpPr>
        <p:spPr>
          <a:xfrm>
            <a:off x="4526280" y="42062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where builders already are — Latent Space, r/LocalLLaMA, Cursor, and more.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955280" y="26060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29600" y="2926080"/>
            <a:ext cx="548640" cy="548640"/>
          </a:xfrm>
          <a:prstGeom prst="ellipse">
            <a:avLst/>
          </a:prstGeom>
          <a:solidFill>
            <a:srgbClr val="232A57"/>
          </a:solidFill>
          <a:ln/>
        </p:spPr>
      </p:sp>
      <p:pic>
        <p:nvPicPr>
          <p:cNvPr id="19" name="Image 3" descr="img/icons/zap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246" y="3068726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0" y="3657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 credits</a:t>
            </a:r>
            <a:endParaRPr lang="en-US" sz="1650" dirty="0"/>
          </a:p>
        </p:txBody>
      </p:sp>
      <p:sp>
        <p:nvSpPr>
          <p:cNvPr id="21" name="Text 15"/>
          <p:cNvSpPr txBox="1"/>
          <p:nvPr/>
        </p:nvSpPr>
        <p:spPr>
          <a:xfrm>
            <a:off x="8229600" y="42062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credits for early testers to try the router with zero commitment.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 CLOUD  ·  BUILD UPDATE  ·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/>
        </p:spPr>
      </p:sp>
      <p:pic>
        <p:nvPicPr>
          <p:cNvPr id="3" name="Image 0" descr="img/icons/compass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43891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241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LMX Grid: the settlement and proof layer underneath everything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alone isn't a moat, and discovery alone isn't a moat — proof of delivery is the wedge. Grid meters and receipts every call, whether it's inference today or other tools later.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828800" y="2331720"/>
            <a:ext cx="8531352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262F3D"/>
            </a:solidFill>
            <a:prstDash val="solid"/>
          </a:ln>
          <a:effectLst>
            <a:outerShdw sx="100000" sy="100000" kx="0" ky="0" algn="bl" rotWithShape="0" blurRad="254000" dist="762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1" descr="img/diagra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03120" y="2606040"/>
            <a:ext cx="7982712" cy="3611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 CLOUD  ·  BUILD UPDATE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/>
        </p:spPr>
      </p:sp>
      <p:pic>
        <p:nvPicPr>
          <p:cNvPr id="3" name="Image 0" descr="img/icons/compass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76072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43891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241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open economy where agents find, pay, and get paid by each other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7" name="Image 1" descr="img/icons/wallet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2677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1122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+ Vault by default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2404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scaffolds with its own identity and its own memory — not an opt-in add-on.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11" name="Image 2" descr="img/icons/databas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41071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2552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by design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88720" y="3547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custody stays with whoever runs the agent. LMX hosts only a thin manifest pointer, never the data.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15" name="Image 3" descr="img/icons/link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55371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43982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function registry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188720" y="4690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proven, other builders and agents list their own tools and get paid through the same rails — not just LMX's own compute.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492240" y="214884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858000" y="2514600"/>
            <a:ext cx="548640" cy="548640"/>
          </a:xfrm>
          <a:prstGeom prst="ellipse">
            <a:avLst/>
          </a:prstGeom>
          <a:solidFill>
            <a:srgbClr val="173238"/>
          </a:solidFill>
          <a:ln/>
        </p:spPr>
      </p:sp>
      <p:pic>
        <p:nvPicPr>
          <p:cNvPr id="20" name="Image 4" descr="img/icons/target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646" y="2657246"/>
            <a:ext cx="263347" cy="26334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858000" y="3200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6858000" y="356616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i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agent can easily mint its own vault. It needs to be frictionless, and it needs to make agents better. And secondly, it's monetizable.”</a:t>
            </a:r>
            <a:endParaRPr lang="en-US" sz="1550" dirty="0"/>
          </a:p>
        </p:txBody>
      </p:sp>
      <p:sp>
        <p:nvSpPr>
          <p:cNvPr id="23" name="Text 16"/>
          <p:cNvSpPr txBox="1"/>
          <p:nvPr/>
        </p:nvSpPr>
        <p:spPr>
          <a:xfrm>
            <a:off x="6858000" y="49377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goal: a cashflow-positive router and agent products, growing a real developer ecosystem on top of Grid.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 CLOUD  ·  BUILD UPDATE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648" y="1417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6060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 the open.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0" y="338328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 request, watch it happen, or come build on it with us.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09648" y="416052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209648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lmxcloud.io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907128" y="416052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07128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github.com/LMXCloud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04608" y="416052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41A24"/>
          </a:solidFill>
          <a:ln w="12700">
            <a:solidFill>
              <a:srgbClr val="262F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04608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@LMXCloudio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 CLOUD  ·  BUILD UPDATE  · 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2026-09-01T18:15:13Z</dcterms:created>
  <dcterms:modified xsi:type="dcterms:W3CDTF">2026-09-01T18:15:13Z</dcterms:modified>
</cp:coreProperties>
</file>